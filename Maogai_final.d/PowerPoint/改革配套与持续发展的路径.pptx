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9704-480B-0D1E-DE26-2114D71D4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847E8-B6D5-948E-B121-34FFD9959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8285C-5779-0178-1BC2-58E342EC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CCED-9D6B-05FF-BCE6-AE5116A8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37116-1F59-FAA4-55A5-250BEFE6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1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7450-1C3A-3B77-AC77-C83E850C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79238-838C-6F22-FD04-309977A2B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8299F-21D1-D532-AFC4-79F7256F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03A0E-ECAF-F5DE-9B13-A5523A3C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54D8-8C09-1ABF-4035-266E0689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CD80-D225-806C-578C-9E26584D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E2457-ADB0-E79C-093E-E85E2EF34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A0A2-E6B0-A7DB-8195-922CF72C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B31A-95A3-7DEF-09C6-F4210B03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E0F2C-38A6-9B0C-8E87-FC7919C5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6067-65F2-A50A-FEB2-D7D7FF15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AA72-0D92-360A-A8FB-0D52F3893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AF98-7E78-A3C4-240E-0C77CD987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21EE0-5090-F9DB-0322-250EF83A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45AD2-614E-B3AF-33F0-9F49EEFA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25994-2FFA-3322-669E-3283C556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9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0807-6AA6-1DB1-780D-0FBC6E85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E4DB-B04A-501A-F0F4-43FACA01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5EC6E-9699-40A3-18E4-1C281C7B2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576C3-AEB5-82E1-C141-BCA84EAD6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B60E6-82EC-DA95-5A6D-14AB20BD2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2F1ED-A3DA-1905-CF80-6C5CDB83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F096D-D039-73DC-332F-1005BE43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4F44F-68F3-9A86-3DBB-71AE6EA8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AADA-26F9-63D3-089F-9753F01D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37EB8-1352-0894-7EE5-A2134B56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7397-66D6-750C-0318-41EFC42C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822B-4298-5CC3-2297-34C4FAD8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52BF0-37DD-CC68-69F2-BEFD12EE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938D8-CC90-6CD0-AB15-C32B1272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C08A1-4E28-9BC3-5F18-8ECE0AE3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7068-A71E-8A80-64CB-888E901C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A59A0-5EFB-CBCB-6B8B-ECC863A7A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52594-3504-3D68-D402-552AFE402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927AC-3165-AF9F-C7F1-6FE18149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AF818-DEDC-C570-E5CD-4C1BACA2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B9CC2-BBED-EBA3-1F8F-99A4B013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9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58FE-B727-5F3E-DD51-0679B6C9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2BFFC-E7F7-A336-8EC4-D05720798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D146-3254-00EF-61D1-1B2EFECF0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93420-C49C-EA5F-35C0-1B8AF823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B0AD5-6299-4530-C04B-C7C6E65E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D9A28-6D5E-1CF4-CD3D-F9270E0F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5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CB9C-6FA5-6B5F-DF2B-ED047781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FC7C5-5B13-5868-5686-0444C3F8C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1A8A5-6DAF-876D-ECCE-F0C8907C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E7E57-6F84-8659-1A06-8193D3A5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5BEB3-CB65-D9DC-314E-F044618B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B2C18-D21A-DCF4-7A39-5BE427DBE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00728-50AA-F460-8FB8-BC4B72CE4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4AF7F-0163-ACBE-9D89-5B5B314C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58402-1E54-641A-E83D-9DA7083F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36D3F-2123-FD2F-71EE-5BA2815C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7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697DB-1DFB-1BFB-DBAE-93BD1503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15FAD-2E8E-0D0A-C856-FBE59FE32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E0988-094F-6CE1-B8BD-315667DE2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895A2-B63F-4D10-B7FE-D44C4218FD29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7DE1-8C0C-14C7-828E-16F91EB31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8F43-9877-0995-443F-FDBA7F164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CEDB3-9913-4E39-BEE5-725C9DD60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9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454ADD-5929-D143-F475-FBA5C2B42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47909B-C034-50DD-27BE-6AC6D0E6B05B}"/>
              </a:ext>
            </a:extLst>
          </p:cNvPr>
          <p:cNvSpPr txBox="1"/>
          <p:nvPr/>
        </p:nvSpPr>
        <p:spPr>
          <a:xfrm>
            <a:off x="2534816" y="494723"/>
            <a:ext cx="71223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十字路口的内外挑战</a:t>
            </a:r>
          </a:p>
          <a:p>
            <a:pPr>
              <a:spcBef>
                <a:spcPts val="600"/>
              </a:spcBef>
            </a:pP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国内：第七章中揭示的各类深层问题待破解；</a:t>
            </a:r>
            <a:endParaRPr lang="en-US" altLang="zh-CN" dirty="0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国际：亚洲金融危机带来外部冲击，需平衡改革配套性与增长动力。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A0AA2-1A99-2AAA-17E7-CFED04BE9023}"/>
              </a:ext>
            </a:extLst>
          </p:cNvPr>
          <p:cNvSpPr txBox="1"/>
          <p:nvPr/>
        </p:nvSpPr>
        <p:spPr>
          <a:xfrm>
            <a:off x="2534816" y="1742358"/>
            <a:ext cx="71192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解决方案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国企改革需整体配套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：宏观政策优化与市场体制的完善需要衔接良好。先剥离战略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/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社会负担（社保、下岗制度），再分类处置；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防范金融危机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：立足比较优势发展产业；优先鼓励外资直接投资；减少人为干预；规范金融监管、防范泡沫；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持续增长路径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：依托资源禀赋发挥比较优势，低成本技术升级，积累资本优化禀赋；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改革路径选择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：渐进式改革优于休克疗法，适配国企实际，逐步缩小计划与市场差距。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98AA-44EA-B12A-A735-A5D98C01DAFC}"/>
              </a:ext>
            </a:extLst>
          </p:cNvPr>
          <p:cNvSpPr txBox="1"/>
          <p:nvPr/>
        </p:nvSpPr>
        <p:spPr>
          <a:xfrm>
            <a:off x="2534816" y="4805876"/>
            <a:ext cx="711614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结论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所有问题根源指向传统赶超战略遗留与市场化不彻底；</a:t>
            </a:r>
            <a:endParaRPr lang="en-US" altLang="zh-CN" dirty="0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国企改革突破是解开连锁难题的关键；</a:t>
            </a:r>
            <a:endParaRPr lang="en-US" altLang="zh-CN" dirty="0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改革成功需以消除政策性负担为前提，依托市场竞争推进，坚持渐进式配套改革。</a:t>
            </a:r>
          </a:p>
        </p:txBody>
      </p:sp>
    </p:spTree>
    <p:extLst>
      <p:ext uri="{BB962C8B-B14F-4D97-AF65-F5344CB8AC3E}">
        <p14:creationId xmlns:p14="http://schemas.microsoft.com/office/powerpoint/2010/main" val="360332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Noto Serif CJK SC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S.K. Bi</dc:creator>
  <cp:lastModifiedBy>S.K. Bi</cp:lastModifiedBy>
  <cp:revision>4</cp:revision>
  <dcterms:created xsi:type="dcterms:W3CDTF">2025-12-14T15:00:10Z</dcterms:created>
  <dcterms:modified xsi:type="dcterms:W3CDTF">2025-12-14T15:07:57Z</dcterms:modified>
</cp:coreProperties>
</file>